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4572000"/>
  <p:notesSz cx="4572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49400" y="1571625"/>
            <a:ext cx="1428750" cy="142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01935" y="1708795"/>
            <a:ext cx="3841932" cy="844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900" b="1" spc="38" kern="0" dirty="0">
                <a:solidFill>
                  <a:srgbClr val="2339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</a:t>
            </a:r>
            <a:pPr algn="l" indent="0" marL="0">
              <a:lnSpc>
                <a:spcPct val="92000"/>
              </a:lnSpc>
              <a:buNone/>
            </a:pPr>
            <a:r>
              <a:rPr lang="en-US" sz="6900" b="1" spc="38" kern="0" dirty="0">
                <a:solidFill>
                  <a:srgbClr val="2F5D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spire</a:t>
            </a:r>
            <a:endParaRPr lang="en-US" sz="6900" dirty="0"/>
          </a:p>
        </p:txBody>
      </p:sp>
      <p:sp>
        <p:nvSpPr>
          <p:cNvPr id="4" name="Text 1"/>
          <p:cNvSpPr/>
          <p:nvPr/>
        </p:nvSpPr>
        <p:spPr>
          <a:xfrm>
            <a:off x="3740035" y="2572081"/>
            <a:ext cx="2321338" cy="329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i="1" spc="22" kern="0" dirty="0">
                <a:solidFill>
                  <a:srgbClr val="C984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 줄에서 오는 영감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2026-07-05T06:41:53Z</dcterms:created>
  <dcterms:modified xsi:type="dcterms:W3CDTF">2026-07-05T06:41:53Z</dcterms:modified>
</cp:coreProperties>
</file>